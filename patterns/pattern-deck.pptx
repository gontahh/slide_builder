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注）収支は運行補助を含まない営業収支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年度の延べ利用者数　2. 2019年度に運行区域を3地区に拡大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注）利用回数＝年間利用者数÷住民数。類似市は人口10〜20万人の8市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注）利用目的は乗車時の聞き取り調査（各年度10月の平日1週間）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注）人口減少の影響＝2015年度の1人当たり利用回数×人口の減少数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注）移動回数は1日当たり。バス以外の分担率はパーソントリップ調査による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運行本数は平日1日の合計　2. 類似市は人口10〜20万人の11市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注）全国は乗合バス事業者の合計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出所）国土交通省「自動車輸送統計年報」（各年）を基に作成（名称・数値は架空の見本）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注）幹線は1日30便以上の4路線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注）重複費用は2025年度の決算額を業務別に配分した試算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注）判断点の基準値は試行の結果で見直す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注）単価の影響＝利用者数を2015年度に固定したときの運賃収入の差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注）効果は赤字の削減額（年）、実現性は2年以内に着手できるかで評価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注）評価の基準は参考資料（p.24）に記載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注）人口・利用者数はA町の公表値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出所）A町「地域公共交通計画」（2025年）を基に作成（名称・数値は架空の見本）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注）設問「今後もバスを残すべきだと思いますか」。無回答を除く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注）効果は2030年度時点の試算。CO₂は軽油の使用量から換算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4" name="Shape 31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注）効果は赤字の削減額（年）。重複は除いて合計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注）所要日数は2025年度の申請120件の平均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福祉課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注）人口は国立社会保障・人口問題研究所の推計（2023年）を基に補正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2025年度決算　2. 単価＝運賃収入÷利用者数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注）各観点の評価基準は参考資料（p.26）に記載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注）目指す姿は「地域公共交通計画」（2026年）の目標値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注）効果は2030年度時点の年額。打ち手の間の重複は除いた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注）1人当たり運行費用＝年間運行費用÷年間利用者数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注）設問「バスがなくなった場合、代わりの移動手段はありますか」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注）2035年度は人口推計と利用率の見通しによる予測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注）市の一般会計からの支出（委託料・補助金）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出所）みなと市「決算書」（各年度）を基に作成（名称・数値は架空の見本）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業務調査（2025年）を基に作成（名称・数値は架空の見本）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注）付加価値＝売上高−外部購入費。市内の交通事業者3社の合計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出所）事業者3社の決算資料を基に作成（名称・数値は架空の見本）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注）継続利用率＝試行の3か月目に2回以上利用した登録者の割合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出所）国土交通省・総務省の公表資料を基に作成（名称・数値は架空の見本）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注）画面は開発中のもの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注）世帯数は住民基本台帳と運転免許の保有データを突き合わせた推計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住民基本台帳（2026年5月）を基に作成（名称・数値は架空の見本）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注）発言は趣旨を変えない範囲で要約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注）設問「バスの利用に満足していますか」の「満足」「やや満足」の計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注）類似市は人口10〜20万人の8市の平均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注）各事例の詳細は参考資料（p.24〜34）に記載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出所）各自治体の地域公共交通計画を基に作成（名称・数値は架空の見本）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注）概算費用は用地取得費を除く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注）利用率＝通勤・通学・通院の移動に占める公共交通の割合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959032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51056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99296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69132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910088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0000" y="2514600"/>
            <a:ext cx="1728216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96776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468560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25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65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10088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24592" y="2971800"/>
            <a:ext cx="98755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20704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2633152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84930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13023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910088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13112" y="3429000"/>
            <a:ext cx="90525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12692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221672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3555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7187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008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136072" y="3886200"/>
            <a:ext cx="82296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67592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044632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0961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54171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10088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2806888" y="4343400"/>
            <a:ext cx="7406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456112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71544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684712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21252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910088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041328" y="48006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525960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94988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7545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34469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5910088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2560000" y="5257800"/>
            <a:ext cx="49377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62336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468560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190936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965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5910088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4781992" y="5715000"/>
            <a:ext cx="3291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019736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4690552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24833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18763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5910088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東部の下げ幅は21pt、8地域で最大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8地域の平均の下げ幅は10pt。東部はその2倍で、2位の北部（−12pt）も大きく上回る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利用率の高い市街地ほど減りにくい</a:t>
            </a:r>
            <a:endParaRPr lang="en-US" sz="1400" dirty="0"/>
          </a:p>
        </p:txBody>
      </p:sp>
      <p:sp>
        <p:nvSpPr>
          <p:cNvPr id="86" name="Text 8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市街地は58%から54%（−4pt）。運行本数の多い地区ほど利用が保たれている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注）目標は2026年度の年間目標を上期分に按分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注）2025年度に受け付けた苦情563件（電話・窓口・メール）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苦情記録を基に作成（名称・数値は架空の見本）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5623560"/>
            <a:ext cx="568756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168" y="2916936"/>
            <a:ext cx="5687568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14096" y="2606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608" y="2794406"/>
            <a:ext cx="420624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5168" y="2501798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16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056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88400" y="3742639"/>
            <a:ext cx="420624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6960" y="3450031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295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776920" y="3802718"/>
            <a:ext cx="621792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4384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10192" y="4115714"/>
            <a:ext cx="420624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718752" y="382310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65474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98712" y="3219809"/>
            <a:ext cx="621792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5640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130232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431984" y="4986223"/>
            <a:ext cx="420624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340544" y="4693615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27653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2020504" y="2973424"/>
            <a:ext cx="621792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87432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3053776" y="5110582"/>
            <a:ext cx="420624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962336" y="481797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898328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 flipV="1">
            <a:off x="2642296" y="2775115"/>
            <a:ext cx="621792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09224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3675568" y="5203850"/>
            <a:ext cx="420624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128" y="491124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2012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 flipV="1">
            <a:off x="3264088" y="2612861"/>
            <a:ext cx="621792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31016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4297360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205920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14191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 flipV="1">
            <a:off x="3885880" y="2480655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45280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19152" y="5343754"/>
            <a:ext cx="42062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827712" y="505114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76370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 flipV="1">
            <a:off x="4507672" y="2372486"/>
            <a:ext cx="621792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74600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5540944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449504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538549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 flipV="1">
            <a:off x="5129464" y="2240280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696392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95688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上位3種類で苦情の71%を占める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遅延182件・接続121件・情報提供97件。いずれも運行の遅れと案内の不足から生じている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3つに対策を絞れば苦情の大半が減る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遅延と接続は接続ダイヤの見直し（P78）、情報提供は車内と停留所の表示で手当てできる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注）アプリを知った人は広報の到達数（推計）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出所）予約アプリの利用ログ（2026年4〜9月）を基に作成（名称・数値は架空の見本）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270008" y="1874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29648" y="2194560"/>
            <a:ext cx="31089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300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69067" y="2962656"/>
            <a:ext cx="143012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9062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6144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270008" y="2862072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48873" y="3730752"/>
            <a:ext cx="870509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1564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6144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270008" y="3630168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97590" y="4498848"/>
            <a:ext cx="373075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31564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36144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270008" y="4398264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67542" y="5266944"/>
            <a:ext cx="23317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31564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6144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0008" y="5166360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アプリを知った人の12%が予約まで至る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20,000人のうち初回予約は2,400人。2回目以降も使い続けるのは1,500人（7.5%）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最大の離脱は登録から初回予約の間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移行率は43%で5段階の中で最も低い。初回の予約の手順を3つに減らす（P51）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注）距離は集落の中心から最寄り駅までの道路距離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出所）沿線集落の位置データ（2025年）を基に作成（名称・数値は架空の見本）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5577840"/>
            <a:ext cx="5522976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3712464"/>
            <a:ext cx="548640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048" y="3419856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60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61552" y="2468880"/>
            <a:ext cx="548640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61552" y="217627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7011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65056" y="2779776"/>
            <a:ext cx="548640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65056" y="2487168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7361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468560" y="4023360"/>
            <a:ext cx="548640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560" y="373075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37712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072064" y="4645152"/>
            <a:ext cx="548640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072064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80624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675568" y="4645152"/>
            <a:ext cx="548640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75568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412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79072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79072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18763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82576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882576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9113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080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486080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946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106457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2179609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675568" y="4187952"/>
            <a:ext cx="235915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2688" y="384048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中央値は2.4km、9集落は5km以上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42集落の2割が駅から5km以上離れ、歩いて駅に行けない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平均の3.2kmでは遠い集落が見えない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遠い9集落の住民は約1,400人。予約型交通の乗降地点を、まずここに置く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出所）通院する高齢者へのヒアリング（2026年5月、20件）を基に作成（名称・数値は架空の見本）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7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8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3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0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1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2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社史・みなと市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注）町の負担は2030年度の試算。補助制度は現行のものを前提とした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注）1便当たりの赤字＝路線区分の赤字÷年間便数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注）試行は東部・北部の2地区で2026年6月に開始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出所）予約型交通の試行の乗降記録を基に作成（名称・数値は架空の見本）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行政手続きの処理状況（2026年9月）を基に作成（名称・数値は架空の見本）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注）乗車人数は2025年度の平日平均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出所）みなと市「決算書」（2025年度）を基に作成（名称・数値は架空の見本）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注）不便の上位3つ（複数回答）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注）市の需要推計（2026年）による。万回未満は四捨五入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注）削減単価＝（費用−燃料費の節約額）÷削減量。2030年度の試算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2026-10-28T23:34:48Z</dcterms:created>
  <dcterms:modified xsi:type="dcterms:W3CDTF">2026-10-28T23:34:48Z</dcterms:modified>
</cp:coreProperties>
</file>