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5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charts/chart16.xml" ContentType="application/vnd.openxmlformats-officedocument.drawingml.chart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charts/chart17.xml" ContentType="application/vnd.openxmlformats-officedocument.drawingml.chart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charts/chart18.xml" ContentType="application/vnd.openxmlformats-officedocument.drawingml.chart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charts/chart19.xml" ContentType="application/vnd.openxmlformats-officedocument.drawingml.chart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charts/chart20.xml" ContentType="application/vnd.openxmlformats-officedocument.drawingml.chart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2026-10-27T07:39:18Z</dcterms:created>
  <dcterms:modified xsi:type="dcterms:W3CDTF">2026-10-27T07:39:18Z</dcterms:modified>
</cp:coreProperties>
</file>