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5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charts/chart16.xml" ContentType="application/vnd.openxmlformats-officedocument.drawingml.chart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charts/chart17.xml" ContentType="application/vnd.openxmlformats-officedocument.drawingml.chart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charts/chart18.xml" ContentType="application/vnd.openxmlformats-officedocument.drawingml.chart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charts/chart19.xml" ContentType="application/vnd.openxmlformats-officedocument.drawingml.chart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charts/chart20.xml" ContentType="application/vnd.openxmlformats-officedocument.drawingml.chart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</p:sldIdLst>
  <p:notesMasterIdLst>
    <p:notesMasterId r:id="rId137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notesMaster" Target="notesMasters/notesMaster1.xml"/><Relationship Id="rId138" Type="http://schemas.openxmlformats.org/officeDocument/2006/relationships/presProps" Target="presProps.xml"/><Relationship Id="rId139" Type="http://schemas.openxmlformats.org/officeDocument/2006/relationships/viewProps" Target="viewProps.xml"/><Relationship Id="rId140" Type="http://schemas.openxmlformats.org/officeDocument/2006/relationships/theme" Target="theme/theme1.xml"/><Relationship Id="rId1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
差し替え：要因名・値。棒の高さは値に比例させて調整する。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使う場面：左に定量の図、右端の淡いグレーの縦帯に「現場の声」や「示唆」を集約する。公開資料（MCK02-p9、MCK02-p58、MCK03-p21）に多い構成。帯の中の結論の一文だけ紺。
差し替え：図のデータ、帯の声・示唆。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image" Target="../media/image-84-7.png"/><Relationship Id="rId8" Type="http://schemas.openxmlformats.org/officeDocument/2006/relationships/image" Target="../media/image-84-8.png"/><Relationship Id="rId9" Type="http://schemas.openxmlformats.org/officeDocument/2006/relationships/image" Target="../media/image-84-9.png"/><Relationship Id="rId10" Type="http://schemas.openxmlformats.org/officeDocument/2006/relationships/image" Target="../media/image-84-10.png"/><Relationship Id="rId11" Type="http://schemas.openxmlformats.org/officeDocument/2006/relationships/image" Target="../media/image-84-11.png"/><Relationship Id="rId12" Type="http://schemas.openxmlformats.org/officeDocument/2006/relationships/image" Target="../media/image-84-12.png"/><Relationship Id="rId13" Type="http://schemas.openxmlformats.org/officeDocument/2006/relationships/image" Target="../media/image-84-13.png"/><Relationship Id="rId14" Type="http://schemas.openxmlformats.org/officeDocument/2006/relationships/image" Target="../media/image-84-14.png"/><Relationship Id="rId15" Type="http://schemas.openxmlformats.org/officeDocument/2006/relationships/image" Target="../media/image-84-15.png"/><Relationship Id="rId16" Type="http://schemas.openxmlformats.org/officeDocument/2006/relationships/image" Target="../media/image-84-16.png"/><Relationship Id="rId17" Type="http://schemas.openxmlformats.org/officeDocument/2006/relationships/image" Target="../media/image-84-17.png"/><Relationship Id="rId18" Type="http://schemas.openxmlformats.org/officeDocument/2006/relationships/image" Target="../media/image-84-18.png"/><Relationship Id="rId19" Type="http://schemas.openxmlformats.org/officeDocument/2006/relationships/image" Target="../media/image-84-19.png"/><Relationship Id="rId20" Type="http://schemas.openxmlformats.org/officeDocument/2006/relationships/image" Target="../media/image-8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image" Target="../media/image-85-7.png"/><Relationship Id="rId8" Type="http://schemas.openxmlformats.org/officeDocument/2006/relationships/image" Target="../media/image-85-8.png"/><Relationship Id="rId9" Type="http://schemas.openxmlformats.org/officeDocument/2006/relationships/image" Target="../media/image-85-9.png"/><Relationship Id="rId10" Type="http://schemas.openxmlformats.org/officeDocument/2006/relationships/image" Target="../media/image-85-10.pn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pn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pn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png"/><Relationship Id="rId17" Type="http://schemas.openxmlformats.org/officeDocument/2006/relationships/image" Target="../media/image-85-17.png"/><Relationship Id="rId18" Type="http://schemas.openxmlformats.org/officeDocument/2006/relationships/image" Target="../media/image-85-18.png"/><Relationship Id="rId19" Type="http://schemas.openxmlformats.org/officeDocument/2006/relationships/image" Target="../media/image-85-19.png"/><Relationship Id="rId20" Type="http://schemas.openxmlformats.org/officeDocument/2006/relationships/image" Target="../media/image-8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78の型（P01〜P78）＋記号集・アイコン集・テンプレート集＋通しの完成例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238451"/>
            <a:ext cx="960120" cy="320222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238451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238451"/>
            <a:ext cx="960120" cy="74615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98460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401248" y="2984602"/>
            <a:ext cx="960120" cy="240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01248" y="269199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30980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361368" y="322554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864288" y="3085643"/>
            <a:ext cx="960120" cy="13990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6428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7284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824408" y="3085643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6327328" y="3085643"/>
            <a:ext cx="960120" cy="101041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2732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3588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287448" y="31866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7790368" y="3186684"/>
            <a:ext cx="960120" cy="22539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90368" y="28940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6989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88293" cy="261518"/>
          </a:xfrm>
          <a:custGeom>
            <a:avLst/>
            <a:gdLst/>
            <a:ahLst/>
            <a:cxnLst/>
            <a:rect l="l" t="t" r="r" b="b"/>
            <a:pathLst>
              <a:path w="188293" h="261518">
                <a:moveTo>
                  <a:pt x="0" y="0"/>
                </a:moveTo>
                <a:lnTo>
                  <a:pt x="188293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5458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231746" cy="321869"/>
          </a:xfrm>
          <a:custGeom>
            <a:avLst/>
            <a:gdLst/>
            <a:ahLst/>
            <a:cxnLst/>
            <a:rect l="l" t="t" r="r" b="b"/>
            <a:pathLst>
              <a:path w="231746" h="321869">
                <a:moveTo>
                  <a:pt x="0" y="0"/>
                </a:moveTo>
                <a:lnTo>
                  <a:pt x="231746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48723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130357" cy="181051"/>
          </a:xfrm>
          <a:custGeom>
            <a:avLst/>
            <a:gdLst/>
            <a:ahLst/>
            <a:cxnLst/>
            <a:rect l="l" t="t" r="r" b="b"/>
            <a:pathLst>
              <a:path w="130357" h="181051">
                <a:moveTo>
                  <a:pt x="0" y="0"/>
                </a:moveTo>
                <a:lnTo>
                  <a:pt x="130357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320330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130357" cy="181051"/>
          </a:xfrm>
          <a:custGeom>
            <a:avLst/>
            <a:gdLst/>
            <a:ahLst/>
            <a:cxnLst/>
            <a:rect l="l" t="t" r="r" b="b"/>
            <a:pathLst>
              <a:path w="130357" h="181051">
                <a:moveTo>
                  <a:pt x="0" y="0"/>
                </a:moveTo>
                <a:lnTo>
                  <a:pt x="130357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79770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44841" cy="201168"/>
          </a:xfrm>
          <a:custGeom>
            <a:avLst/>
            <a:gdLst/>
            <a:ahLst/>
            <a:cxnLst/>
            <a:rect l="l" t="t" r="r" b="b"/>
            <a:pathLst>
              <a:path w="144841" h="201168">
                <a:moveTo>
                  <a:pt x="0" y="0"/>
                </a:moveTo>
                <a:lnTo>
                  <a:pt x="144841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304411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0574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現場の声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423160"/>
            <a:ext cx="319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「停留所まで坂道を15分歩く」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「病院の前に止まってほしい」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97764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1148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480560"/>
            <a:ext cx="319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80代以上の多い地区から予約型を始め、乗降地点を病院の前に置く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208571" cy="289682"/>
          </a:xfrm>
          <a:custGeom>
            <a:avLst/>
            <a:gdLst/>
            <a:ahLst/>
            <a:cxnLst/>
            <a:rect l="l" t="t" r="r" b="b"/>
            <a:pathLst>
              <a:path w="208571" h="289682">
                <a:moveTo>
                  <a:pt x="0" y="0"/>
                </a:moveTo>
                <a:lnTo>
                  <a:pt x="20857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99108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101389" cy="140818"/>
          </a:xfrm>
          <a:custGeom>
            <a:avLst/>
            <a:gdLst/>
            <a:ahLst/>
            <a:cxnLst/>
            <a:rect l="l" t="t" r="r" b="b"/>
            <a:pathLst>
              <a:path w="101389" h="140818">
                <a:moveTo>
                  <a:pt x="0" y="0"/>
                </a:moveTo>
                <a:lnTo>
                  <a:pt x="10138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02096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101389" cy="140818"/>
          </a:xfrm>
          <a:custGeom>
            <a:avLst/>
            <a:gdLst/>
            <a:ahLst/>
            <a:cxnLst/>
            <a:rect l="l" t="t" r="r" b="b"/>
            <a:pathLst>
              <a:path w="101389" h="140818">
                <a:moveTo>
                  <a:pt x="0" y="0"/>
                </a:moveTo>
                <a:lnTo>
                  <a:pt x="10138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45296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231746" cy="321869"/>
          </a:xfrm>
          <a:custGeom>
            <a:avLst/>
            <a:gdLst/>
            <a:ahLst/>
            <a:cxnLst/>
            <a:rect l="l" t="t" r="r" b="b"/>
            <a:pathLst>
              <a:path w="231746" h="321869">
                <a:moveTo>
                  <a:pt x="0" y="0"/>
                </a:moveTo>
                <a:lnTo>
                  <a:pt x="231746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98515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矢印（上段：強調、下段：通常）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96984" cy="273588"/>
          </a:xfrm>
          <a:custGeom>
            <a:avLst/>
            <a:gdLst/>
            <a:ahLst/>
            <a:cxnLst/>
            <a:rect l="l" t="t" r="r" b="b"/>
            <a:pathLst>
              <a:path w="196984" h="273588">
                <a:moveTo>
                  <a:pt x="0" y="0"/>
                </a:moveTo>
                <a:lnTo>
                  <a:pt x="19698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501157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96984"/>
          </a:xfrm>
          <a:custGeom>
            <a:avLst/>
            <a:gdLst/>
            <a:ahLst/>
            <a:cxnLst/>
            <a:rect l="l" t="t" r="r" b="b"/>
            <a:pathLst>
              <a:path w="273588" h="196984">
                <a:moveTo>
                  <a:pt x="0" y="0"/>
                </a:moveTo>
                <a:lnTo>
                  <a:pt x="136794" y="19698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97941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96984" cy="273588"/>
          </a:xfrm>
          <a:custGeom>
            <a:avLst/>
            <a:gdLst/>
            <a:ahLst/>
            <a:cxnLst/>
            <a:rect l="l" t="t" r="r" b="b"/>
            <a:pathLst>
              <a:path w="196984" h="273588">
                <a:moveTo>
                  <a:pt x="0" y="0"/>
                </a:moveTo>
                <a:lnTo>
                  <a:pt x="19698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501157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96984"/>
          </a:xfrm>
          <a:custGeom>
            <a:avLst/>
            <a:gdLst/>
            <a:ahLst/>
            <a:cxnLst/>
            <a:rect l="l" t="t" r="r" b="b"/>
            <a:pathLst>
              <a:path w="273588" h="196984">
                <a:moveTo>
                  <a:pt x="0" y="0"/>
                </a:moveTo>
                <a:lnTo>
                  <a:pt x="136794" y="19698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64869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879272" y="3697848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2" name="Shape 59"/>
          <p:cNvSpPr/>
          <p:nvPr/>
        </p:nvSpPr>
        <p:spPr>
          <a:xfrm>
            <a:off x="5947669" y="3826062"/>
            <a:ext cx="174102" cy="73123"/>
          </a:xfrm>
          <a:custGeom>
            <a:avLst/>
            <a:gdLst/>
            <a:ahLst/>
            <a:cxnLst/>
            <a:rect l="l" t="t" r="r" b="b"/>
            <a:pathLst>
              <a:path w="174102" h="73123">
                <a:moveTo>
                  <a:pt x="0" y="0"/>
                </a:moveTo>
                <a:lnTo>
                  <a:pt x="87051" y="73123"/>
                </a:lnTo>
                <a:lnTo>
                  <a:pt x="174102" y="0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446200" y="369784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Shape 61"/>
          <p:cNvSpPr/>
          <p:nvPr/>
        </p:nvSpPr>
        <p:spPr>
          <a:xfrm>
            <a:off x="6514597" y="3826062"/>
            <a:ext cx="174102" cy="73123"/>
          </a:xfrm>
          <a:custGeom>
            <a:avLst/>
            <a:gdLst/>
            <a:ahLst/>
            <a:cxnLst/>
            <a:rect l="l" t="t" r="r" b="b"/>
            <a:pathLst>
              <a:path w="174102" h="73123">
                <a:moveTo>
                  <a:pt x="0" y="0"/>
                </a:moveTo>
                <a:lnTo>
                  <a:pt x="87051" y="73123"/>
                </a:lnTo>
                <a:lnTo>
                  <a:pt x="174102" y="0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879272" y="4264776"/>
            <a:ext cx="310896" cy="139903"/>
          </a:xfrm>
          <a:custGeom>
            <a:avLst/>
            <a:gdLst/>
            <a:ahLst/>
            <a:cxnLst/>
            <a:rect l="l" t="t" r="r" b="b"/>
            <a:pathLst>
              <a:path w="310896" h="139903">
                <a:moveTo>
                  <a:pt x="0" y="0"/>
                </a:moveTo>
                <a:lnTo>
                  <a:pt x="155448" y="139903"/>
                </a:lnTo>
                <a:lnTo>
                  <a:pt x="310896" y="0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446200" y="4264776"/>
            <a:ext cx="310896" cy="139903"/>
          </a:xfrm>
          <a:custGeom>
            <a:avLst/>
            <a:gdLst/>
            <a:ahLst/>
            <a:cxnLst/>
            <a:rect l="l" t="t" r="r" b="b"/>
            <a:pathLst>
              <a:path w="310896" h="139903">
                <a:moveTo>
                  <a:pt x="0" y="0"/>
                </a:moveTo>
                <a:lnTo>
                  <a:pt x="155448" y="139903"/>
                </a:lnTo>
                <a:lnTo>
                  <a:pt x="310896" y="0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446200" y="4312343"/>
            <a:ext cx="310896" cy="139903"/>
          </a:xfrm>
          <a:custGeom>
            <a:avLst/>
            <a:gdLst/>
            <a:ahLst/>
            <a:cxnLst/>
            <a:rect l="l" t="t" r="r" b="b"/>
            <a:pathLst>
              <a:path w="310896" h="139903">
                <a:moveTo>
                  <a:pt x="0" y="0"/>
                </a:moveTo>
                <a:lnTo>
                  <a:pt x="155448" y="139903"/>
                </a:lnTo>
                <a:lnTo>
                  <a:pt x="310896" y="0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80" name="Shape 77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85396" cy="257495"/>
          </a:xfrm>
          <a:custGeom>
            <a:avLst/>
            <a:gdLst/>
            <a:ahLst/>
            <a:cxnLst/>
            <a:rect l="l" t="t" r="r" b="b"/>
            <a:pathLst>
              <a:path w="185396" h="257495">
                <a:moveTo>
                  <a:pt x="0" y="0"/>
                </a:moveTo>
                <a:lnTo>
                  <a:pt x="185396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228869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85396" cy="257495"/>
          </a:xfrm>
          <a:custGeom>
            <a:avLst/>
            <a:gdLst/>
            <a:ahLst/>
            <a:cxnLst/>
            <a:rect l="l" t="t" r="r" b="b"/>
            <a:pathLst>
              <a:path w="185396" h="257495">
                <a:moveTo>
                  <a:pt x="0" y="0"/>
                </a:moveTo>
                <a:lnTo>
                  <a:pt x="185396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28869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85396" cy="257495"/>
          </a:xfrm>
          <a:custGeom>
            <a:avLst/>
            <a:gdLst/>
            <a:ahLst/>
            <a:cxnLst/>
            <a:rect l="l" t="t" r="r" b="b"/>
            <a:pathLst>
              <a:path w="185396" h="257495">
                <a:moveTo>
                  <a:pt x="0" y="0"/>
                </a:moveTo>
                <a:lnTo>
                  <a:pt x="185396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228869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graphicFrame>
        <p:nvGraphicFramePr>
          <p:cNvPr id="1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graphicFrame>
        <p:nvGraphicFramePr>
          <p:cNvPr id="1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135</Slides>
  <Notes>135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2026-10-21T14:14:23Z</dcterms:created>
  <dcterms:modified xsi:type="dcterms:W3CDTF">2026-10-21T14:14:23Z</dcterms:modified>
</cp:coreProperties>
</file>