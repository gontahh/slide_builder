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8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4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5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charts/chart16.xml" ContentType="application/vnd.openxmlformats-officedocument.drawingml.chart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charts/chart17.xml" ContentType="application/vnd.openxmlformats-officedocument.drawingml.chart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charts/chart18.xml" ContentType="application/vnd.openxmlformats-officedocument.drawingml.chart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charts/chart19.xml" ContentType="application/vnd.openxmlformats-officedocument.drawingml.chart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charts/chart20.xml" ContentType="application/vnd.openxmlformats-officedocument.drawingml.chart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
差し替え：要因名・値。棒の高さは値に比例させて調整する。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使う場面：左に定量の図、右端の淡いグレーの縦帯に「現場の声」や「示唆」を集約する。公開資料（MCK02-p9、MCK02-p58、MCK03-p21）に多い構成。帯の中の結論の一文だけ紺。
差し替え：図のデータ、帯の声・示唆。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image" Target="../media/image-84-6.png"/><Relationship Id="rId7" Type="http://schemas.openxmlformats.org/officeDocument/2006/relationships/image" Target="../media/image-84-7.png"/><Relationship Id="rId8" Type="http://schemas.openxmlformats.org/officeDocument/2006/relationships/image" Target="../media/image-84-8.png"/><Relationship Id="rId9" Type="http://schemas.openxmlformats.org/officeDocument/2006/relationships/image" Target="../media/image-84-9.png"/><Relationship Id="rId10" Type="http://schemas.openxmlformats.org/officeDocument/2006/relationships/image" Target="../media/image-84-10.png"/><Relationship Id="rId11" Type="http://schemas.openxmlformats.org/officeDocument/2006/relationships/image" Target="../media/image-84-11.png"/><Relationship Id="rId12" Type="http://schemas.openxmlformats.org/officeDocument/2006/relationships/image" Target="../media/image-84-12.png"/><Relationship Id="rId13" Type="http://schemas.openxmlformats.org/officeDocument/2006/relationships/image" Target="../media/image-84-13.png"/><Relationship Id="rId14" Type="http://schemas.openxmlformats.org/officeDocument/2006/relationships/image" Target="../media/image-84-14.png"/><Relationship Id="rId15" Type="http://schemas.openxmlformats.org/officeDocument/2006/relationships/image" Target="../media/image-84-15.png"/><Relationship Id="rId16" Type="http://schemas.openxmlformats.org/officeDocument/2006/relationships/image" Target="../media/image-84-16.png"/><Relationship Id="rId17" Type="http://schemas.openxmlformats.org/officeDocument/2006/relationships/image" Target="../media/image-84-17.png"/><Relationship Id="rId18" Type="http://schemas.openxmlformats.org/officeDocument/2006/relationships/image" Target="../media/image-84-18.png"/><Relationship Id="rId19" Type="http://schemas.openxmlformats.org/officeDocument/2006/relationships/image" Target="../media/image-84-19.png"/><Relationship Id="rId20" Type="http://schemas.openxmlformats.org/officeDocument/2006/relationships/image" Target="../media/image-84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image" Target="../media/image-85-7.png"/><Relationship Id="rId8" Type="http://schemas.openxmlformats.org/officeDocument/2006/relationships/image" Target="../media/image-85-8.png"/><Relationship Id="rId9" Type="http://schemas.openxmlformats.org/officeDocument/2006/relationships/image" Target="../media/image-85-9.png"/><Relationship Id="rId10" Type="http://schemas.openxmlformats.org/officeDocument/2006/relationships/image" Target="../media/image-85-10.png"/><Relationship Id="rId11" Type="http://schemas.openxmlformats.org/officeDocument/2006/relationships/image" Target="../media/image-85-11.png"/><Relationship Id="rId12" Type="http://schemas.openxmlformats.org/officeDocument/2006/relationships/image" Target="../media/image-85-12.png"/><Relationship Id="rId13" Type="http://schemas.openxmlformats.org/officeDocument/2006/relationships/image" Target="../media/image-85-13.png"/><Relationship Id="rId14" Type="http://schemas.openxmlformats.org/officeDocument/2006/relationships/image" Target="../media/image-85-14.png"/><Relationship Id="rId15" Type="http://schemas.openxmlformats.org/officeDocument/2006/relationships/image" Target="../media/image-85-15.png"/><Relationship Id="rId16" Type="http://schemas.openxmlformats.org/officeDocument/2006/relationships/image" Target="../media/image-85-16.png"/><Relationship Id="rId17" Type="http://schemas.openxmlformats.org/officeDocument/2006/relationships/image" Target="../media/image-85-17.png"/><Relationship Id="rId18" Type="http://schemas.openxmlformats.org/officeDocument/2006/relationships/image" Target="../media/image-85-18.png"/><Relationship Id="rId19" Type="http://schemas.openxmlformats.org/officeDocument/2006/relationships/image" Target="../media/image-85-19.png"/><Relationship Id="rId20" Type="http://schemas.openxmlformats.org/officeDocument/2006/relationships/image" Target="../media/image-8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78の型（P01〜P78）＋記号集・アイコン集＋通しの完成例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120640" y="2286000"/>
            <a:ext cx="34747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846320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2376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9回少ない（23回→14回）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60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069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6092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3063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238451"/>
            <a:ext cx="960120" cy="320222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945843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238451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238451"/>
            <a:ext cx="960120" cy="74615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945843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98460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401248" y="2984602"/>
            <a:ext cx="960120" cy="240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401248" y="269199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30980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361368" y="322554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864288" y="3085643"/>
            <a:ext cx="960120" cy="13990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864288" y="2793035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7284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824408" y="3085643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6327328" y="3085643"/>
            <a:ext cx="960120" cy="101041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27328" y="2793035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23588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287448" y="31866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7790368" y="3186684"/>
            <a:ext cx="960120" cy="22539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90368" y="28940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69892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5696712"/>
            <a:ext cx="3124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14224" y="5696712"/>
            <a:ext cx="2083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97328" y="5696712"/>
            <a:ext cx="173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44297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4297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44297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4297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15200" y="3246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同規模の市より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年5回少ない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5074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縦軸：1人当たり年間利用回数（回）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横軸：人口千人当たりの1日運行本数（本）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638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41605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 −26pt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626544" y="3633840"/>
            <a:ext cx="310896" cy="237744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 rot="5400000">
            <a:off x="4791136" y="3566160"/>
            <a:ext cx="411480" cy="292608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 rot="5400000">
            <a:off x="3231688" y="1759320"/>
            <a:ext cx="201168" cy="164592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rot="5400000">
            <a:off x="6491128" y="1759320"/>
            <a:ext cx="201168" cy="164592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205920" y="2039112"/>
            <a:ext cx="237744" cy="182880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416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6160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90392" y="2350008"/>
            <a:ext cx="268833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278728" y="2350008"/>
            <a:ext cx="243230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0459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5675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785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87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27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2464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26584" y="3849624"/>
            <a:ext cx="115214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278728" y="3849624"/>
            <a:ext cx="96012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40784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38648" y="4599432"/>
            <a:ext cx="6400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278728" y="4599432"/>
            <a:ext cx="57607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9528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900520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58688" y="5349240"/>
            <a:ext cx="32004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278728" y="5349240"/>
            <a:ext cx="25603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272888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0480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27872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4720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62256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62256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262256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262256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4428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44288" y="2267712"/>
            <a:ext cx="2238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504428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4428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46600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46600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746600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746600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4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53208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53208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65320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53208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057400"/>
            <a:ext cx="319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現場の声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423160"/>
            <a:ext cx="319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「停留所まで坂道を15分歩く」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「病院の前に止まってほしい」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97764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114800"/>
            <a:ext cx="319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480560"/>
            <a:ext cx="319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80代以上の多い地区から予約型を始め、乗降地点を病院の前に置く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3657280" y="3429000"/>
            <a:ext cx="329184" cy="237744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4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2633152" y="1987920"/>
            <a:ext cx="164592" cy="128016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5376352" y="1987920"/>
            <a:ext cx="164592" cy="128016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4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4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40928" y="2395728"/>
            <a:ext cx="365760" cy="329184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左右の間の強い因果。1枚に1つまで（Gray1の塗り）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graphicFrame>
        <p:nvGraphicFramePr>
          <p:cNvPr id="10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graphicFrame>
        <p:nvGraphicFramePr>
          <p:cNvPr id="10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graphicFrame>
        <p:nvGraphicFramePr>
          <p:cNvPr id="1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2026-10-21T13:40:55Z</dcterms:created>
  <dcterms:modified xsi:type="dcterms:W3CDTF">2026-10-21T13:40:55Z</dcterms:modified>
</cp:coreProperties>
</file>